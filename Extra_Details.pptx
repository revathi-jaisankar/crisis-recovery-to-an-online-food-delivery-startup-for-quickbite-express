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E118-56D0-EB2C-8229-558DA99B7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9C87A-05EF-F862-1B2B-9469669C0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82DD2-D87C-1486-4E88-F3EB4B052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78937-B026-DF02-7324-B51FAEDC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A14DD-2CE0-9A77-F7A2-9DB87E4D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1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8161-B0F4-7203-F21D-92E0E2DF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F230-10BC-C2C7-7989-922FA28B8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B751B-6A42-E26B-3C4F-5BCAF3384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1129-2ED6-4E02-6CCD-C10F83D4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27AA9-FDCF-6C22-2FF0-9F8B904A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1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A426-E842-BAEF-EC65-BB095000D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73CBD-B85B-D5B8-F954-C5C485685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AA18-F768-F915-CC28-2D12B862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0EB34-4B32-158C-4B9A-DB3BE1AC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DB008-444F-3AC7-FEC6-471C5F4FF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7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3C52-4BD9-3A18-BC63-4BAAA697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55852-6DE8-CAB6-4B88-F3FAD34A5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A7DB3-B36B-56C9-A35F-62870A1EA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80F1C-6BA3-6F05-8C9E-81F19B4A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D5CAF-9DEC-90AD-A498-DEA66EDD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A894F-D7BE-0C66-842D-6D620876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9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90B7-E98A-9082-3677-A276CA6A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17DEB-3577-3A2F-E734-BBB8A886C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23864-85C3-01D1-3AED-E9F56F1C3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3A7D3-E95A-6E2D-ED6E-8C38F7488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ADF1D-772E-6EF9-28BF-0EF8D2FED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5EA6B-8393-73A5-87F8-43504568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D5814C-4652-0CEB-0BDB-58ED64517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9DB62-4470-BFB8-8430-430B2C84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C76D1-7AB8-5243-2407-C8CA80C0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92E1F-D336-C0BC-0A08-1B07DF76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922A9-827B-4C59-8220-B7F23361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9074A-A138-AFAC-FA52-9804ECA5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58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94CA0-A777-7AE0-5350-CDB6A975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5A4F7-1BD7-7B1C-7174-64D06C60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0818A-6751-57D3-A86C-132E480F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207B-52AA-3B7C-30B9-4914AABE5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14BF9-7961-E9EC-793D-4DA975BB0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DF6FF-5B26-577F-009C-D5BD65B83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BCE5-B681-F27C-9A16-1FFC30AC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55A2B-3E3F-C16A-A746-B57C60EB7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A9AD4-9B13-CDE3-8E7F-C4A8BF5F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2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35F9-6095-6F9F-3E04-0BF0C229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8615A-79B5-308E-F0AB-39ECC85A7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F962A-0B8A-B40A-C608-C946B8CE4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C1994-1162-5A02-0185-5663DACB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F1000-ADD1-245A-B506-042A3A8E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484E4-D32A-ADF6-1EAF-E0067DC0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1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AE68-D6A2-5B45-3963-662F11B6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0535E-344E-D781-4A19-E20599566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4ACB2-AB86-7519-6BE0-B724B748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ABF07-DEEA-08FA-7508-A17B3E75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2FFDA-34FB-9E36-0DCD-D6650E6F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EFA4E-2C7A-1D3F-310E-BC4F6CDE4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BC146-6DC9-9B68-545C-B009F80F9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57C62-3BDC-5C20-E400-DCB6FCA0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FFE76-3264-FC50-9585-88DC81ED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6201C-2771-1F38-6AE4-C065C093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2A99A-C78A-BEDB-48CF-61B6876D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1D43A-089C-1883-99D7-5255D5B6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D7F7C-D642-A9E9-B2AD-F13F61680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2E97A-61E1-4F5E-BDCD-D042BB75D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A2A5A-4935-E9FD-8CC0-B9EEFCC23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4A47-F80D-B830-B889-BA5533962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9B19A-AED7-425E-A66F-5AB2F632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8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4397B2-1F0B-BD70-046A-34AB11F14C7F}"/>
              </a:ext>
            </a:extLst>
          </p:cNvPr>
          <p:cNvSpPr txBox="1"/>
          <p:nvPr/>
        </p:nvSpPr>
        <p:spPr>
          <a:xfrm>
            <a:off x="424543" y="195943"/>
            <a:ext cx="11404469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Extra Details: </a:t>
            </a:r>
          </a:p>
          <a:p>
            <a:endParaRPr lang="en-US" dirty="0"/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 Priority Cities: Which Tier-1/Tier-2 cities show the highest risk of long-term demand loss?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36A28FB-3F1A-D05D-23E1-5985E6C43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45" y="1292418"/>
            <a:ext cx="6849783" cy="48144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E853A3-9AFB-D3A0-5E26-98C2E10DB996}"/>
              </a:ext>
            </a:extLst>
          </p:cNvPr>
          <p:cNvSpPr txBox="1"/>
          <p:nvPr/>
        </p:nvSpPr>
        <p:spPr>
          <a:xfrm>
            <a:off x="6694714" y="2503714"/>
            <a:ext cx="47241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Tier-2 cities (Pune, Hyderabad) show the highest long-term demand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Tier-1 metros show moderate drops, indicating better resilience.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QuickBite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should focus incentives, marketing campaigns, and partner support in high-risk Tier-2 cities to recover demand.</a:t>
            </a:r>
          </a:p>
        </p:txBody>
      </p:sp>
    </p:spTree>
    <p:extLst>
      <p:ext uri="{BB962C8B-B14F-4D97-AF65-F5344CB8AC3E}">
        <p14:creationId xmlns:p14="http://schemas.microsoft.com/office/powerpoint/2010/main" val="267080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882E2-0F76-FFAC-C7B6-275D0D426668}"/>
              </a:ext>
            </a:extLst>
          </p:cNvPr>
          <p:cNvSpPr txBox="1"/>
          <p:nvPr/>
        </p:nvSpPr>
        <p:spPr>
          <a:xfrm>
            <a:off x="413657" y="152401"/>
            <a:ext cx="12008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Behavior Shifts: Did customers shift from high-value orders to low-value “survival orders” during crisis? </a:t>
            </a:r>
          </a:p>
          <a:p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F825F5C-F86A-D185-B2BB-79191BA5B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37" y="939754"/>
            <a:ext cx="10648725" cy="3011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F645CC-F556-ABB9-193A-D5DE4792C1BE}"/>
              </a:ext>
            </a:extLst>
          </p:cNvPr>
          <p:cNvSpPr txBox="1"/>
          <p:nvPr/>
        </p:nvSpPr>
        <p:spPr>
          <a:xfrm>
            <a:off x="1186543" y="4474029"/>
            <a:ext cx="92956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Both high and low-value segments fell sharply, but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high-value orders declined slightly more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signaling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 shift from premium meals to affordable essentials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(“survival orders”).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Indicates reduced discretionary spending and increased price sensitivity.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Top-spending customers from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Tier-1 cities (Bengaluru, Delhi, Pune, Chennai)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showed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&gt;90% spending decline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2BF29-2606-6948-CAC7-E498B6413C5A}"/>
              </a:ext>
            </a:extLst>
          </p:cNvPr>
          <p:cNvSpPr txBox="1"/>
          <p:nvPr/>
        </p:nvSpPr>
        <p:spPr>
          <a:xfrm>
            <a:off x="1099457" y="402810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</p:txBody>
      </p:sp>
    </p:spTree>
    <p:extLst>
      <p:ext uri="{BB962C8B-B14F-4D97-AF65-F5344CB8AC3E}">
        <p14:creationId xmlns:p14="http://schemas.microsoft.com/office/powerpoint/2010/main" val="82114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00BD80-1E8A-38BF-8822-33222F8F94E1}"/>
              </a:ext>
            </a:extLst>
          </p:cNvPr>
          <p:cNvSpPr txBox="1"/>
          <p:nvPr/>
        </p:nvSpPr>
        <p:spPr>
          <a:xfrm>
            <a:off x="368128" y="-10886"/>
            <a:ext cx="1109015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 Feedback Trends: Do spikes in negative reviews align with the delivery outage period? </a:t>
            </a:r>
          </a:p>
          <a:p>
            <a:endParaRPr lang="en-US" dirty="0"/>
          </a:p>
        </p:txBody>
      </p:sp>
      <p:pic>
        <p:nvPicPr>
          <p:cNvPr id="6" name="Picture 5" descr="A screenshot of a report&#10;&#10;AI-generated content may be incorrect.">
            <a:extLst>
              <a:ext uri="{FF2B5EF4-FFF2-40B4-BE49-F238E27FC236}">
                <a16:creationId xmlns:a16="http://schemas.microsoft.com/office/drawing/2014/main" id="{899278C0-EA58-0D16-E143-5E84F797A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74" y="973999"/>
            <a:ext cx="5325925" cy="507231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623133-8E32-508C-A9B9-EFD8DA635C9E}"/>
              </a:ext>
            </a:extLst>
          </p:cNvPr>
          <p:cNvSpPr/>
          <p:nvPr/>
        </p:nvSpPr>
        <p:spPr>
          <a:xfrm>
            <a:off x="6781801" y="772397"/>
            <a:ext cx="4223657" cy="547551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Result: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Found a </a:t>
            </a:r>
            <a:r>
              <a:rPr lang="en-US" b="1" dirty="0"/>
              <a:t>strong correlation</a:t>
            </a:r>
            <a:r>
              <a:rPr lang="en-US" dirty="0"/>
              <a:t> between delivery outages and a surge in negative reviews.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Average ratings dropped</a:t>
            </a:r>
            <a:r>
              <a:rPr lang="en-US" dirty="0"/>
              <a:t> significantly during the outage period.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Key drivers: </a:t>
            </a:r>
            <a:r>
              <a:rPr lang="en-US" b="1" dirty="0"/>
              <a:t>operational delays</a:t>
            </a:r>
            <a:r>
              <a:rPr lang="en-US" dirty="0"/>
              <a:t>, </a:t>
            </a:r>
            <a:r>
              <a:rPr lang="en-US" b="1" dirty="0"/>
              <a:t>poor packaging</a:t>
            </a:r>
            <a:r>
              <a:rPr lang="en-US" dirty="0"/>
              <a:t>, and </a:t>
            </a:r>
            <a:r>
              <a:rPr lang="en-US" b="1" dirty="0"/>
              <a:t>quality lapses</a:t>
            </a:r>
            <a:r>
              <a:rPr lang="en-US" dirty="0"/>
              <a:t>.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Next Steps (Decision):</a:t>
            </a:r>
            <a:endParaRPr lang="en-US" dirty="0"/>
          </a:p>
          <a:p>
            <a:r>
              <a:rPr lang="en-US" dirty="0"/>
              <a:t>✅ Enhance delivery partner coordination and tracking.</a:t>
            </a:r>
            <a:br>
              <a:rPr lang="en-US" dirty="0"/>
            </a:br>
            <a:r>
              <a:rPr lang="en-US" dirty="0"/>
              <a:t>✅ Implement pre-dispatch quality checks.</a:t>
            </a:r>
            <a:br>
              <a:rPr lang="en-US" dirty="0"/>
            </a:br>
            <a:r>
              <a:rPr lang="en-US" dirty="0"/>
              <a:t>✅ Send real-time delay notifications to customers to maintain transparency and trust.</a:t>
            </a:r>
          </a:p>
        </p:txBody>
      </p:sp>
    </p:spTree>
    <p:extLst>
      <p:ext uri="{BB962C8B-B14F-4D97-AF65-F5344CB8AC3E}">
        <p14:creationId xmlns:p14="http://schemas.microsoft.com/office/powerpoint/2010/main" val="212901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238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Revathi Jaisankar</dc:creator>
  <cp:lastModifiedBy>Revathi Jaisankar</cp:lastModifiedBy>
  <cp:revision>7</cp:revision>
  <dcterms:created xsi:type="dcterms:W3CDTF">2025-11-05T12:02:41Z</dcterms:created>
  <dcterms:modified xsi:type="dcterms:W3CDTF">2025-11-05T12:36:36Z</dcterms:modified>
</cp:coreProperties>
</file>